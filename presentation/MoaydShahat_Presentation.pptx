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83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A3A6E">
              <a:alpha val="50000"/>
            </a:srgbClr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286000"/>
            <a:ext cx="2286000" cy="228600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14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Moayd Shahat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Student · KFUPM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Final Portfolio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Demonstration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1920240" cy="749808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40233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4297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33472" y="3977640"/>
            <a:ext cx="1920240" cy="749808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40233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06624" y="4297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9744" y="3977640"/>
            <a:ext cx="1920240" cy="749808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40233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2896" y="4297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86016" y="3977640"/>
            <a:ext cx="1920240" cy="749808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40233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59168" y="4297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personal motivation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47472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55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Single-Page Application built with HTML, CSS, and vanilla JavaScript.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585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037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Assignment 3 into a polished final portfolio ready for public deployment.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0662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GitHub Pages — accessible at any time without a server.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998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the public GitHub API to show live repository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47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contact form with real accessibility support (ARIA).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5079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95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documentation: README, Technical Docs, User Guide, AI Report.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069080" cy="3474720"/>
          </a:xfrm>
          <a:prstGeom prst="rect">
            <a:avLst/>
          </a:prstGeom>
          <a:solidFill>
            <a:srgbClr val="1A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Motivation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17830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7667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Skills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76672" y="1984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course concepts to a deployable project, not just an exercise.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3500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76672" y="23500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76672" y="25511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responsible use of AI tools to write, review, and document code.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9169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76672" y="29169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76672" y="31181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portfolio that works on every screen size without a framework.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4838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76672" y="34838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Culture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76672" y="36850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writing clear technical docs — a skill every engineer needs.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050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76672" y="40507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76672" y="4251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consuming REST APIs with error handling.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Technical Demonstration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of key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97480" cy="178308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07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🌓 Dark / Light Theme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persists across page reloads via localStorage. Body class switches the entire CSS token system.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697480" cy="178308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207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Project Filtering &amp;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3619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+ category, complexity, and sort filters. Live counters update with each change.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15568"/>
            <a:ext cx="2697480" cy="178308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207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 API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53619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6 latest repos with AbortController timeout. Falls back to local cards on network failure.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2697480" cy="178308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Contact Form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2958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pattern, inquiry type, and 20-char message all validated with ARIA error states.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297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108960"/>
            <a:ext cx="2697480" cy="178308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Persistent Visitor State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958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name and availability preference saved in localStorage and restored on every visit.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4297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0760" y="3108960"/>
            <a:ext cx="2697480" cy="178308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Session Timer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52958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timer tracks session duration each second. Resets on reload — no server needed.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Technical 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application is structured and how data flows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394960" cy="868680"/>
          </a:xfrm>
          <a:prstGeom prst="rect">
            <a:avLst/>
          </a:prstGeom>
          <a:solidFill>
            <a:srgbClr val="1A3A6E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3716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index.html (semantic HTML5)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css/styles.css (CSS Grid, Custom Properties, Dark Mode)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965960"/>
            <a:ext cx="0" cy="2468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5394960" cy="868680"/>
          </a:xfrm>
          <a:prstGeom prst="rect">
            <a:avLst/>
          </a:prstGeom>
          <a:solidFill>
            <a:srgbClr val="1A3A6E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94560"/>
            <a:ext cx="13716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js/script.js — state object, elements map, storageKeys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807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Rendering · Event handling · Filtering · Sorting ·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3063240"/>
            <a:ext cx="0" cy="2468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394960" cy="868680"/>
          </a:xfrm>
          <a:prstGeom prst="rect">
            <a:avLst/>
          </a:prstGeom>
          <a:solidFill>
            <a:srgbClr val="1A3A6E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9184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75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GitHub Public API  →  fetch() + AbortController (6s timeout)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9044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localStorage  →  theme, visitor name, availability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097280"/>
            <a:ext cx="2834640" cy="306324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4768" y="16642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frameworks — fast, no build step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19659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 object — single source of truth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22677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methods only — no innerHTML injection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25694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storageKeys map — no magic strings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44768" y="28712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825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 — resilient API calls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44768" y="31729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attributes — accessible by default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34747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— instant theming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377647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repo cards — graceful failure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297680"/>
            <a:ext cx="85039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Flow: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03120" y="43708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localStorage  →  Attach event listeners  →  Render UI  →  Fetch GitHub API (async)  →  Timer starts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AI Integration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tools were used responsibly in the development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69080" cy="1325880"/>
          </a:xfrm>
          <a:prstGeom prst="rect">
            <a:avLst/>
          </a:prstGeom>
          <a:solidFill>
            <a:srgbClr val="1A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2527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Code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58191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JavaScript state management, filter logic, and card rendering. Each block reviewed, tested, and manually adjusted before use.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4069080" cy="1325880"/>
          </a:xfrm>
          <a:prstGeom prst="rect">
            <a:avLst/>
          </a:prstGeom>
          <a:solidFill>
            <a:srgbClr val="1A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7614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CSS Assistance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309067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dark mode token system, responsive breakpoints, and focus styles. Visual output verified at every screen width.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69080" cy="1325880"/>
          </a:xfrm>
          <a:prstGeom prst="rect">
            <a:avLst/>
          </a:prstGeom>
          <a:solidFill>
            <a:srgbClr val="1A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2527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Documentation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58191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README, technical docs, and user guide structure. All content verified for accuracy against actual implementation.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4069080" cy="1325880"/>
          </a:xfrm>
          <a:prstGeom prst="rect">
            <a:avLst/>
          </a:prstGeom>
          <a:solidFill>
            <a:srgbClr val="1A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27614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Accessibility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309067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missing ARIA attributes and skip-link patterns. Applied only after validating against WCAG guidelines.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133088"/>
            <a:ext cx="850392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Principles Applied: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4206240"/>
            <a:ext cx="1325880" cy="59436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2611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Verify every suggestion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4206240"/>
            <a:ext cx="1325880" cy="59436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42611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Never blindly copy-paste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4206240"/>
            <a:ext cx="1325880" cy="59436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2611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 in-browser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63840" y="4206240"/>
            <a:ext cx="1325880" cy="59436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42611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 AI usage transparently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Technical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solved, limitations, future work, and lessons learned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2286000"/>
          </a:xfrm>
          <a:prstGeom prst="rect">
            <a:avLst/>
          </a:prstGeom>
          <a:solidFill>
            <a:srgbClr val="1A3A6E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Resolved 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45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timeout — AbortController cancels after 6 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202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drift — single state object + re-render on change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94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flash — CSS tokens applied before render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4688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HTML — DOM methods replace innerHTML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7432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coupling — getFilteredProjects() is the only source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0632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17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gaps — aria-invalid, aria-live added to all forms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9472" y="12252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183794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1" eaLnBrk="1" latinLnBrk="0" hangingPunct="1">
              <a:buNone/>
            </a:pP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6300" y="1207008"/>
            <a:ext cx="4069080" cy="1115568"/>
          </a:xfrm>
          <a:prstGeom prst="rect">
            <a:avLst/>
          </a:prstGeom>
          <a:solidFill>
            <a:srgbClr val="1A3A6E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86884" y="1235649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Planned Future 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53178" y="14630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Formspree/EmailJS for contact form submission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53178" y="17190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Service Worker for offline-first caching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3178" y="197510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Paginated project grid with lazy loading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520440"/>
            <a:ext cx="850392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Lessons Learned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failure first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2336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errors are common — fallback UI saves the demo.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before DOM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42336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 object prevents bugs that come from reading the DOM as truth.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are part of the code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7720" y="42336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README revealed gaps that testing alone missed.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needs review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42336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was a starting point, not a final answer.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A3A6E">
              <a:alpha val="45000"/>
            </a:srgbClr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017520"/>
            <a:ext cx="2560320" cy="2560320"/>
          </a:xfrm>
          <a:prstGeom prst="ellipse">
            <a:avLst/>
          </a:prstGeom>
          <a:solidFill>
            <a:srgbClr val="0EA5E9">
              <a:alpha val="2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Conclusion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Achievements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1920240" cy="118872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9842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706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tested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1920240"/>
            <a:ext cx="1920240" cy="118872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19842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87752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27706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to AI Report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1920240"/>
            <a:ext cx="1920240" cy="118872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19842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64024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64024" y="27706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frameworks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1920240"/>
            <a:ext cx="1920240" cy="118872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0296" y="19842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40296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0296" y="27706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 desktop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8503920" cy="1417320"/>
          </a:xfrm>
          <a:prstGeom prst="rect">
            <a:avLst/>
          </a:prstGeom>
          <a:solidFill>
            <a:srgbClr val="1A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Improvements &amp; Extensions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721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Formspree backend for real contact form submissions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721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 Service Worker for offline-first PWA support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721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Expand project section with pagination and tag cloud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142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GitHub Actions for automated deployment and testing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40142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Integrate a CMS headless layer for content editing without code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27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https://swe-moayd.github.io/202277460-moayd-shahat-assignment4/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887</Words>
  <Application>Microsoft Macintosh PowerPoint</Application>
  <PresentationFormat>On-screen Show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Moayd Shahat — Portfolio Presentation</dc:title>
  <dc:subject>PptxGenJS Presentation</dc:subject>
  <dc:creator>Moayd Shahat</dc:creator>
  <cp:lastModifiedBy>Moayd Shahat</cp:lastModifiedBy>
  <cp:revision>2</cp:revision>
  <dcterms:created xsi:type="dcterms:W3CDTF">2026-04-25T20:06:35Z</dcterms:created>
  <dcterms:modified xsi:type="dcterms:W3CDTF">2026-04-25T20:29:44Z</dcterms:modified>
</cp:coreProperties>
</file>